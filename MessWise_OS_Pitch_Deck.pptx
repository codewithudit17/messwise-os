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4389120" cy="411480"/>
          </a:xfrm>
          <a:prstGeom prst="roundRect">
            <a:avLst/>
          </a:prstGeom>
          <a:solidFill>
            <a:srgbClr val="132E27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 • SMART CAMPUS &amp; SUSTAINABILITY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MessWise OS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Real-Time Operating System for Sustainable Campus Dining &amp; Hostel Facilities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291840"/>
            <a:ext cx="10515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566160"/>
            <a:ext cx="10515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70332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Mission: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35%+ hostel food wastage through predictive 3-hour cutoff attendance, flattening peak dining hall queues with live crowd meters, and automating hostel maintenance SLAs with zero-latency Firebase sync.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MessWise Team  |  Android (Kotlin &amp; Compose) + Web (Next.js 14) + Cloud Firestore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Crises in Campus Mess &amp; Hostel Operations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🗑️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Bulk Cooking &amp; Waste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– 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Cooked food thrown away daily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staff cook on rough estimates because students skip meals or eat outside without notice. Hundreds of kilograms of fresh food end up in dumpsters every single day.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148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Peak-Hour Queue Chaos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 Mins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dining wait times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students rush into mess halls at the exact same minute. Long chaotic queues cause frustration, schedule delays, and wasted student study hours.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2148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Hostel Facilities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7 Days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21040" y="32004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maintenance resolution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21040" y="36576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Plumbing leaks, broken fans, and electrical faults sit neglected in manual paper logbooks with zero technician accountability or SLA visibility.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MessWise OS: Dual-Platform Real-Time Synchronization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663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STUDENT MOBILE APP (Android Kotlin &amp; Compose)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617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1-Tap Skip/Eat Response: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toggle meal attendance with 1 tap, respecting a strict 3-hour cutoff.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Gamified Green Points: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earn +15 Green Points for advance skips, redeemable for canteen rewards.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Crowd Rush Meter: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real-time rush levels (🟢 Low, 🟡 Moderate, 🔴 Peak) before walking over.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Emergency Push Banners: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emergency alerts with pulsing crimson badges and warden notices.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Maintenance Reporting: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room issue ticketing with photo upload and live resolution tracking.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16636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645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ADMIN COMMAND CENTER (Next.js 14 &amp; Tailwind)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617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Kitchen Head Forecasting: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headcount calculator automatically adjusts daily cooking quantities.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7-Day Interactive Timetable: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menu planner with 1-click Random Timetable Generator &amp; nutrition data.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Warden SLA Board: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tickets sorted by urgency and room block; 1-click technician dispatch.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Broadcast Dispatcher: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 campus-wide notices with instant delivery to student devices.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Multi-Tenant Directory: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student VIDs, room numbers, and hostel blocks in one place.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INNOVATIONS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Economics &amp; Intelligent Campus Operations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3-Hour Cutoff Rule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480560" y="16184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Accuracy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cannot opt out within 3 hours of meal start. This hard operational boundary guarantees the kitchen crew a locked-in, reliable headcount before food prep begins.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002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0" y="1600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Green Points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966960" y="16184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Incentive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penalizing non-attendance, MessWise OS rewards advance notification with +15 Green Points per skipped meal. Points redeem for canteen perks, creating high organic adoption.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23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Crowd Rush Meter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8056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Shaping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rush indicator (🟢 Low, 🟡 Moderate, 🔴 Peak) with estimated wait times in minutes. Flattens crowd congestion by encouraging students to dine during off-peak windows.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23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Pulsing Broadcasts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96696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Safety Alert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92240" y="443484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emergency delivery pushed to active student screens with pulsating crimson visual alert badges, replacing outdated paper notices that go unread.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Robust, Reactive, Multi-Tenant Cloud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Mobile Client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• Kotlin • Compose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3 modern UI components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Flow-based snapshot observation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Hilt Dependency Injection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caching via Firestore
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Web Admin Center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1188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• React • Tailwind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246888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Next.js 14 App Router (TypeScript)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responsive design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hot reload &amp; dynamic portals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Multi-collection snapshot hooks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Backend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 • Auth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Native database: "default"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snapshot listeners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Multi-tenant schema partitioning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Zero-latency push to devices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23960" y="1417320"/>
            <a:ext cx="25603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Security &amp; RBAC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00684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Security Rules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06840" y="246888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read for menus &amp; notices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student write isolation (VID)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Admin-only write gating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multi-hostel separation
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2-Minute Judge Pitch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73352"/>
            <a:ext cx="146304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647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(15s)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0" y="15819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Head Forecast 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60320" y="189280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Web Admin (http://localhost:3000) Kitchen Portal. Show today’s forecasted student count and the 7-day balanced timetable with calories and allergen tags.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62072"/>
            <a:ext cx="146304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535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(30s)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27706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Opt-Out &amp; Green Points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308152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Android app (Student Utkarsh, VID001). Tap "Skip" on Lunch. The +15 Green Points badge increments instantly! Demonstrate 3-hour cutoff enforcement.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79476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050792"/>
            <a:ext cx="146304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422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(40s)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39593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"WOW" Moment: Live Broadcast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0" y="427024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Warden Portal: Select 🚨 Emergency, type "Water supply maintenance in Block-A: 2 PM – 4 PM today." Click Send. Student phone instantly renders pulsing crimson banner without reload!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983480"/>
            <a:ext cx="106984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239512"/>
            <a:ext cx="1463040" cy="502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309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(35s)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5148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SLA Dispatch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60320" y="54589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submits plumbing ticket on Android → Pops up on Warden SLA board → Warden clicks Assign → Ticket status updates to IN PROGRESS on student phone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Sustainability &amp; Operational Returns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– 40%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Waste 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49631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25,000 kg of cooked food saved annually per 1,000-student hostel by cooking exact portions based on locked headcounts.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Drop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Queue Bottlenecks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249631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Flattened dining rush curves through real-time crowd congestion visibility and live wait-time indicators.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23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Second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5156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Alert Latency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9194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Zero-latency critical incident communication to all student screens, replacing paper notices that get ignored.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023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Faster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3796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SLA Resolution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491947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 on room tickets drops from days to hours with digital technician dispatch and timestamp tracking.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FORWARD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Horizons &amp; Scalability 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333756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IoT Smart Waste Scales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of IoT load-cell scales under disposal bins to track plate waste telemetry in real time.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33756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737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NFC &amp; RFID Turnstiles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09160" y="22402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Tap-to-enter access gates syncing directly with MessWise OS meal opt-in validation.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3337560" cy="2560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7373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Automated Vendor Ordering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21040" y="22402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vegetable and grocery suppliers to order raw ingredients automatically based on predicted headcounts.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389120"/>
            <a:ext cx="1051560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MessWise OS — Transforming campus dining into a sustainable, zero-waste smart ecosystem.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 |  Questions &amp; Answers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MessWise OS — Hackathon Pitch Deck</dc:title>
  <dc:subject>PptxGenJS Presentation</dc:subject>
  <dc:creator>MessWise Team</dc:creator>
  <cp:lastModifiedBy>MessWise Team</cp:lastModifiedBy>
  <cp:revision>1</cp:revision>
  <dcterms:created xsi:type="dcterms:W3CDTF">2026-09-11T17:47:37Z</dcterms:created>
  <dcterms:modified xsi:type="dcterms:W3CDTF">2026-09-11T17:47:37Z</dcterms:modified>
</cp:coreProperties>
</file>